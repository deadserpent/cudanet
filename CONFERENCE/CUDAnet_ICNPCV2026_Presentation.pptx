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~20s. Welcome the audience, state your name, and give the one-line hook: 'We built a neural network training engine from scratch in raw CUDA, found a race condition that silently breaks Adam and Momentum on GPUs, and fixed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~15s. Quick roadmap: motivate the bug, show the architecture, explain the fix, then results and the edge-deployment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~55s. This is the hook of the talk. Emphasize 'silent failure' — it compiles, it runs, loss even goes down sometimes, but accuracy is exactly chance level. Walk through why SGD is immune (no state) but Momentum/Adam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~50s. Walk left to right: flatten → Linear → BatchNorm → ReLU, repeated, then Softmax+CE. Point out the Phase 1 / Phase 2 split shown here — it previews the fix on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~55s. Emphasize the table: SGD is fine, everything with state is broken. BN+Adam+LR isn't at 0% because BN's normalization partially re-centers the corrupted activations — lucky, not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~55s. Key line: Phase 2 costs &lt;0.4% of epoch time (18k weights, single block) — correctness is almost free. Point at the chart: Momentum/Adam go from 0% to 97.2%, BN+Adam+LR from 17.9% to 81.0%.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~35s. Keep this brisk — it's reference material, not the core story. Mention Xavier init and zero bias init if asked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~50s. Point at epoch 5: Adam/Momentum already &gt;95% while SGD trails at 90.7%. Then point at the teal BN+Adam+LR curve peaking early and eroding — flag that this is investigated on a later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Note the CPU number is an estimate, not a full measured run — be upfront if asked. The takeaway: even the most expensive config is &gt;1,600× faster than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~50s. This is the paper's honest limitation. Be candid: 81% is 'genuinely unsatisfactory' (your own words in the paper) and decoupled BN learning rates are the proposed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Frame this as the paper's practical payoff: PyTorch is faster/more accurate on a workstation GPU, but CUDAnet is the only option when the RAM budget is ~2GB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Close on the generality claim — 2PGA isn't MNIST-specific or MLP-specific, it's a primitive for any stateful optimizer on any GPU-parallel workload. Then open for Q&amp;A (2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1474246" cy="1051560"/>
          </a:xfrm>
          <a:prstGeom prst="rect">
            <a:avLst/>
          </a:prstGeom>
        </p:spPr>
      </p:pic>
      <p:pic>
        <p:nvPicPr>
          <p:cNvPr id="3" name="Picture 2" descr="logo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2526453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54480"/>
            <a:ext cx="11091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C00000"/>
                </a:solidFill>
                <a:latin typeface="Calibri"/>
              </a:rPr>
              <a:t>International Conference on Natural Language Processing and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C00000"/>
                </a:solidFill>
                <a:latin typeface="Calibri"/>
              </a:rPr>
              <a:t>Computer Vision (ICNPCV)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72591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404040"/>
                </a:solidFill>
                <a:latin typeface="Calibri"/>
              </a:rPr>
              <a:t>CUDAnet: A Micro-Footprint, Dependency-Free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404040"/>
                </a:solidFill>
                <a:latin typeface="Calibri"/>
              </a:rPr>
              <a:t>Deep Learning Engine for Edge-Native GPU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107259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404040"/>
                </a:solidFill>
                <a:latin typeface="Calibri"/>
              </a:rPr>
              <a:t>Paper ID: ____</a:t>
            </a:r>
          </a:p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404040"/>
                </a:solidFill>
                <a:latin typeface="Calibri"/>
              </a:rPr>
              <a:t>Samartha H V   |   Chiranth R   |   Pavithra N</a:t>
            </a:r>
          </a:p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404040"/>
                </a:solidFill>
                <a:latin typeface="Calibri"/>
              </a:rPr>
              <a:t>Manipal Institute of Technology Bengaluru, Manipal Academy of Higher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A1A1A"/>
                </a:solidFill>
                <a:latin typeface="Calibr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737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1.  The Problem — Race Conditions in GPU-Parallel Optimizers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2.  CUDAnet Architecture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3.  The Fix — Two-Phase Gradient Accumulation (2PGA)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4.  Experimental Setup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5.  Results — Optimizer Comparison &amp; Training Speed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6.  Batch Normalization Interaction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7.  Edge AI Deployment Case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8.  Conclusion &amp; Future Work</a:t>
            </a:r>
          </a:p>
        </p:txBody>
      </p:sp>
      <p:pic>
        <p:nvPicPr>
          <p:cNvPr id="4" name="Picture 3" descr="logo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6035040"/>
            <a:ext cx="179701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Problem: GPU Race Conditions Break Optimizers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Forward/backward passes across training samples are embarrassingly parallel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But Momentum and Adam keep persistent optimizer state across steps: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50" b="0">
                <a:solidFill>
                  <a:srgbClr val="1A1A1A"/>
                </a:solidFill>
                <a:latin typeface="Calibri"/>
              </a:rPr>
              <a:t>     –  velocity v_t (Momentum), moments m_t and v_t (Adam)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Naive parallelization: each of B = 2,048 threads reads, updates, and writes this shared state simultaneously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If threads i and j read v_t before either writes back — one write silently overwrites the other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The failure is invisible: the code compiles and runs without error, and SGD (stateless) keeps working — masking the 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846320"/>
            <a:ext cx="9418320" cy="12801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00000"/>
                </a:solidFill>
              </a:rPr>
              <a:t>Result: Momentum &amp; Adam collapse from 97.2% → 0.0% accuracy (random chance)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ICNPCV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logo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446520"/>
            <a:ext cx="82149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CUDAnet: From-Scratch CUDA MLP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&lt;2,300 lines of CUDA C — zero external dependencies (no PyTorch / cuBLAS / cuDNN)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784 → 128 → 128 → 10, BatchNorm+ReLU hidden layers, Softmax output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Configurable layers, neurons, batch size, and 3 optimizers (SGD, Momentum, Adam)</a:t>
            </a:r>
          </a:p>
        </p:txBody>
      </p:sp>
      <p:pic>
        <p:nvPicPr>
          <p:cNvPr id="5" name="Picture 4" descr="CUDAnet MLP 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307" y="2331720"/>
            <a:ext cx="729233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ICNPCV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logo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6446520"/>
            <a:ext cx="82149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libri"/>
              </a:rPr>
              <a:t>Root Cause: Concurrent Writes to Optimizer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Momentum update, executed by thread 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3A6B"/>
                </a:solidFill>
                <a:latin typeface="Consolas"/>
              </a:rPr>
              <a:t>v_t^new = β·v_t + ∇W L(i)          (each thread reads-modifies-writes the SAME v_t)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If threads i and j both read v_t before either writes back — one write is lost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With B = 2,048 threads updating the same buffer, corruption is catastrophic and deterministic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Adam is worse: two shared moment buffers (m_t, v_t) instead of 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4434840"/>
          <a:ext cx="9235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 w/ Race Condition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SGD (stateless)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Unaffected — 94.3%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Momentum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0.0%  (from 97.2%)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0.0%  (from 97.2%)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BN + Adam + LR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17.9%  (partially masked by BN re-centering)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1052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ICNPCV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5</a:t>
            </a:r>
          </a:p>
        </p:txBody>
      </p:sp>
      <p:pic>
        <p:nvPicPr>
          <p:cNvPr id="10" name="Picture 9" descr="logo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446520"/>
            <a:ext cx="82149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Calibri"/>
              </a:rPr>
              <a:t>The Fix: Two-Phase Gradient Accumulation (2PGA)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1A1A1A"/>
                </a:solidFill>
                <a:latin typeface="Calibri"/>
              </a:rPr>
              <a:t>•  Phase 1 (parallel):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     –  every thread computes forward + backward pass, accumulates its gradient into a shared buffer via atomicAdd() — safe, no optimizer state touched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1A1A1A"/>
                </a:solidFill>
                <a:latin typeface="Calibri"/>
              </a:rPr>
              <a:t>•  cudaDeviceSynchronize()  — a global barrier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1A1A1A"/>
                </a:solidFill>
                <a:latin typeface="Calibri"/>
              </a:rPr>
              <a:t>•  Phase 2 (sequential, single thread block):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     –  reads the fully-accumulated gradient once, applies the optimizer update exactly once — no concurrent writers are possible by design</a:t>
            </a:r>
          </a:p>
        </p:txBody>
      </p:sp>
      <p:pic>
        <p:nvPicPr>
          <p:cNvPr id="5" name="Picture 4" descr="fig6_two_phase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39417"/>
            <a:ext cx="5212080" cy="28192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ICNPCV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logo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6446520"/>
            <a:ext cx="82149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Hardware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     –  NVIDIA RTX A2000, 12GB (sm_86, Ampere)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     –  3,328 CUDA cores, 448 GB/s bandwidth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Software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     –  nvcc -arch sm_86 -O2, g++-12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     –  Driver 535.288.01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Dataset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     –  MNIST: 60k train / 10k test, 28×28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     –  80/20 split → 48k train / 12k val, 23 mini-batches/epoch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Model &amp; Training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     –  2 hidden layers × 128 neurons, 20 epochs, batch 2,048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     –  LR: 0.1 (SGD/Momentum), 0.01 (Adam, cosine per-step)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ICNPCV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logo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446520"/>
            <a:ext cx="82149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Results: Optimizer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ining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9883"/>
            <a:ext cx="8321040" cy="47383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06840" y="1280160"/>
            <a:ext cx="3017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•  Momentum &amp; Adam tie at 97.2%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–  (+2.9 pp over SGD)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•  Neither works at all without 2PGA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•  Adam+LR (cosine): 97.0%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–  too few steps (23/epoch) for the schedule to matter much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•  BN+Adam+LR is the outlier: 81.0%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–  peaks at epoch 2 (88.1%), then decays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ICNPCV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logo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6446520"/>
            <a:ext cx="82149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libri"/>
              </a:rPr>
              <a:t>Training Speed: Over 2,000× Faster than CPU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5_cpu_gpu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37" y="1188720"/>
            <a:ext cx="10810478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321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CUDA SGD: 0.94 s/epoch → 2,202× speedup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Heaviest config (BN+Adam+LR): 1.24 s/epoch → still 1,669×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Serial CPU baseline: ~2,070 s/epoch (estimated, 90 s/batch × 23 batches)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ICNPCV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logo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6446520"/>
            <a:ext cx="82149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Calibri"/>
              </a:rPr>
              <a:t>Batch Normalization: A Double-Edged Sword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4_b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0874"/>
            <a:ext cx="6949440" cy="4196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28016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•  BN + SGD: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–  −1.2 pp only (93.1% vs 94.3%) — stable at full-dataset scale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•  BN + Adam + LR: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–  −16.0 pp (81.0% vs 97.0%)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–  peaks at epoch 2 (88.1%), then decays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•  Root cause: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–  Adam’s moment estimates vs. BN’s shifting statistics — competing "moving targets"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–  NOT the LR schedule — per-batch cosine fix recovered only +1.1 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ICNPCV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logo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6446520"/>
            <a:ext cx="82149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Edge AI Case: CUDAnet vs.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280160"/>
          <a:ext cx="97840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108960"/>
                <a:gridCol w="3108960"/>
              </a:tblGrid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CUDAnet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PyTorch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Test Accuracy (20 ep.)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97.0%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Avg Time / Epoch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~0.95 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0.25 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Peak VRAM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~470 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248 MB  (527× more)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Install Size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&lt;2 MB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1.8 GB  (900× more)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Runtime Dependencies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libcuda.so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Python + libtorch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Startup Time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&lt;100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~3–5 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188720" y="5257800"/>
            <a:ext cx="9784080" cy="914400"/>
          </a:xfrm>
          <a:prstGeom prst="roundRect">
            <a:avLst/>
          </a:prstGeom>
          <a:solidFill>
            <a:srgbClr val="E9F7F5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998B"/>
                </a:solidFill>
              </a:rPr>
              <a:t>On Jetson Nano: ~0.4 ms/image inference (≈ 2,500 img/s) — clears the 30 FPS real-time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ICNPCV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09090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logo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446520"/>
            <a:ext cx="82149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79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•  2PGA is general: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 b="0">
                <a:solidFill>
                  <a:srgbClr val="1A1A1A"/>
                </a:solidFill>
                <a:latin typeface="Calibri"/>
              </a:rPr>
              <a:t>     –  any optimizer with cross-iteration state (Momentum, Adam, RMSProp, LAMB) running data-parallel on a GPU is subject to this race — 2PGA resolves it with zero staleness or locking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•  Achieved 97.2% MNIST accuracy (Momentum/Adam) at over 2,000× CPU speedup, in a &lt;2 MB dependency-free binary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•  Future work: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 b="0">
                <a:solidFill>
                  <a:srgbClr val="1A1A1A"/>
                </a:solidFill>
                <a:latin typeface="Calibri"/>
              </a:rPr>
              <a:t>     –  Tensor Core WMMA (FP16/INT8) — expected 2–3× throughput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 b="0">
                <a:solidFill>
                  <a:srgbClr val="1A1A1A"/>
                </a:solidFill>
                <a:latin typeface="Calibri"/>
              </a:rPr>
              <a:t>     –  Convolutional layers via im2col + GEMM → target &gt;99% on CIFAR-10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 b="0">
                <a:solidFill>
                  <a:srgbClr val="1A1A1A"/>
                </a:solidFill>
                <a:latin typeface="Calibri"/>
              </a:rPr>
              <a:t>     –  Multi-GPU scaling via NCCL AllReduce on Phase 1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C00000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